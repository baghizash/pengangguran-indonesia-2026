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</a:rPr>
              <a:t>ANALISIS PENGANGGURAN INDONESIA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 i="0">
                <a:solidFill>
                  <a:srgbClr val="FFFFFF"/>
                </a:solidFill>
              </a:rPr>
              <a:t>Paradoks Pendidikan: TPT Nasional Turun, tapi Lulusan SMK Paling Sulit Dapat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</a:rPr>
              <a:t>Data resmi BPS (Sakernas) — Februari 2024 sampai Mei 2026, dapat direproduksi dari script dan query SQL di repo.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</a:rPr>
              <a:t>Plus: paket dashboard Power BI (star schema anti-jebakan, DAX, panduan rakit)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</a:rPr>
              <a:t>BAGHIZ ASSHIDDIQIE ARASYA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Latar Belakang dan Sumber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Tingkat Pengangguran Terbuka (TPT) nasional turun, tapi angka rata-rata menyembunyikan jurang yang lebar antar jenjang pendidikan, umur, gender, kota-desa, dan provinsi.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Project ini mengkompilasi angka resmi BPS dari publikasi Sakernas: 5 titik waktu (Feb 2024, Feb 2025, Agu 2025, Feb 2026, Mei 2026), dengan rincian pendidikan, umur, gender, kota-desa, dan 38 provinsi.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Semua angka diverifikasi dengan query SQL independen (sql/queries.sql) dan divisualisasikan dalam 10 chart dari data yang sama.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Pertanyaan utama: TPT nasional 4,65% — tapi siapa sebenarnya 7,22 juta penganggur itu, dan di mana letak masalah terbesarnya?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1">
                <a:solidFill>
                  <a:srgbClr val="6B7280"/>
                </a:solidFill>
              </a:rPr>
              <a:t>Sumber: BPS, Survei Angkatan Kerja Nasional (Sakernas). Daftar sumber per angka: data/SOURCES.md.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TPT Nasional Turun, Ekonomi Tetap Tumbuh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TPT nasional turun dari 4,82% (Feb 2024) ke 4,65% (Mei 2026) — penurunan 0,17 poin persen dalam 27 bulan.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Penganggur Mei 2026: 7,22 jt orang dari angkatan kerja 155,41 jt; yang bekerja 148,19 jt. TPAK 70,57%.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Di saat yang sama, ekonomi tumbuh: PDB Q2 2026 tumbuh 5,29% secara tahunan. Penurunan TPT berjalan seiring pertumbuhan ekonomi.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Tapi tren nasional saja tidak cukup — masalah sesungguhnya ada di rinciannya.</a:t>
            </a:r>
          </a:p>
        </p:txBody>
      </p:sp>
      <p:pic>
        <p:nvPicPr>
          <p:cNvPr id="5" name="Picture 4" descr="01_tpt_nasional_t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886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Paradoks Pendidikan: Makin Tinggi Ijazah, Makin Sulit?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Lulusan SMK punya TPT 7,68% — tertinggi di antara semua jenjang pendidikan. Lulusan SD ke bawah hanya 2,31%.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Selisihnya 5,37 poin persen; TPT SMK 1,65 kali lipat rata-rata nasional. Paradoks: jenjang paling rendah pendidikannya justru paling mudah mendapat pekerjaan.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Lulusan universitas (Diploma IV/S1/S2/S3) juga tinggi: 6,09% — lebih tinggi dari lulusan SMP. Pasar kerja tidak menyerap sesuai ijazah.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Inilah fokus utama analisis ini: ketidakcocokan antara pendidikan dan lapangan kerja yang tersedia.</a:t>
            </a:r>
          </a:p>
        </p:txBody>
      </p:sp>
      <p:pic>
        <p:nvPicPr>
          <p:cNvPr id="5" name="Picture 4" descr="02_paradoks_pendidi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8811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Tren SMK Membaik, tapi Masih Tertinggi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TPT SMK turun dari 8,62% (Feb 2024) ke 7,68% (Mei 2026) — turun 0,94 poin persen. Tren membaik.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Tapi tetap jauh di atas semua jenjang lain: SMA 6,17%, universitas 6,09%, Diploma I/II/III 4,75%, SMP 4,16%, SD 2,31%.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Lulusan universitas sempat naik dari 5,63% (Feb 2024) ke 6,23% (Feb 2025) sebelum turun ke 6,09%. Lulusan SD stabil di sekitar 2,3% sepanjang periode.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Perbaikan tren belum menyentuh struktur masalahnya.</a:t>
            </a:r>
          </a:p>
        </p:txBody>
      </p:sp>
      <p:pic>
        <p:nvPicPr>
          <p:cNvPr id="5" name="Picture 4" descr="03_pendidikan_t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886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Generasi Muda: 17,37% Menganggur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TPT usia 15-24 tahun: 17,37% (Mei 2026), naik 1,01 poin persen dari Feb 2026 — satu-satunya kelompok umur yang TPT-nya naik dalam periode itu.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Angka ini 3,74 kali lipat rata-rata nasional dan 6,79 kali lipat usia produktif 25-59 tahun (2,56%).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Kelompok 25-59 tahun justru turun dari 3,08% (Feb 2024) ke 2,56%; kelompok 60 tahun ke atas naik perlahan ke 2,35%.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Krisis pengangguran Indonesia adalah krisis pengangguran muda — dan sebagian besar penganggur muda adalah lulusan SMA/SMK.</a:t>
            </a:r>
          </a:p>
        </p:txBody>
      </p:sp>
      <p:pic>
        <p:nvPicPr>
          <p:cNvPr id="5" name="Picture 4" descr="04_um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884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Kesenjangan Gender dan Kota-Desa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Pengangguran perkotaan 5,6% vs perdesaan 3,2% — selisih 2,4 poin persen, kota 1,75 kali lipat desa.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Laki-laki 4,88% vs perempuan 4,36% (selisih 0,52 pp). Tapi TPAK perempuan hanya 56,41% vs laki-laki 84,57% — banyak perempuan bahkan tidak masuk angkatan kerja.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Artinya: pengangguran adalah persoalan perkotaan, dan di balik angka perempuan yang lebih rendah ada partisipasi yang jauh lebih kecil.</a:t>
            </a:r>
          </a:p>
        </p:txBody>
      </p:sp>
      <p:pic>
        <p:nvPicPr>
          <p:cNvPr id="5" name="Picture 4" descr="05_kesenjan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407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Jurang Provinsi: Papua vs Bali 4,66 Kali Lipat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TPT tertinggi: Papua 7,08%; terendah: Bali 1,52% — selisih 4,66 kali lipat.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Sepuluh provinsi tertinggi: Papua 7,08%, Jawa Barat 6,61%, Banten 6,48%... Jawa Barat dan Banten ikut di papan atas meski pusat industri.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Penurunan terbesar Feb→Mei 2026: Kepulauan Riau (-0,42 pp). Kenaikan terbesar: Sulawesi Tenggara (+0,22 pp).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Catatan: Mei 2026 tersedia untuk 17 provinsi; Papua 2022-2023 tidak sebanding karena pemekaran.</a:t>
            </a:r>
          </a:p>
        </p:txBody>
      </p:sp>
      <p:pic>
        <p:nvPicPr>
          <p:cNvPr id="5" name="Picture 4" descr="06_provinsi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31577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Bukan Sekadar Jumlah: Kualitas Pekerjaan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7"/>
                </a:solidFill>
              </a:rPr>
              <a:t>Pekerja formal hanya 40,58% (59,93 jt) — sisanya 59,42% bekerja informal.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7"/>
                </a:solidFill>
              </a:rPr>
              <a:t>Setengah menganggur 7,27%, pekerja paruh waktu 25,97%, komuter 7,19 jt.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7"/>
                </a:solidFill>
              </a:rPr>
              <a:t>Upah rata-rata buruh naik dari Rp3,29 jt (Feb 2026) ke Rp3,39 jt (Mei 2026).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7"/>
                </a:solidFill>
              </a:rPr>
              <a:t>Penambah lapangan kerja terbesar Feb→Mei 2026: penyediaan akomodasi dan makan minum (+195 ribu), transportasi dan pergudangan (+121 ribu), jasa lainnya (+110 ribu).</a:t>
            </a:r>
          </a:p>
        </p:txBody>
      </p:sp>
      <p:pic>
        <p:nvPicPr>
          <p:cNvPr id="5" name="Picture 4" descr="09_formal_inf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5303520" cy="2510944"/>
          </a:xfrm>
          <a:prstGeom prst="rect">
            <a:avLst/>
          </a:prstGeom>
        </p:spPr>
      </p:pic>
      <p:pic>
        <p:nvPicPr>
          <p:cNvPr id="6" name="Picture 5" descr="10_upah_sek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0"/>
            <a:ext cx="5303520" cy="22048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Penutup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Kisah dua sisi 2026: TPT nasional turun ke 4,65% seiring ekonomi yang tumbuh 5,29%, tapi lulusan SMK (7,68%) dan anak muda 15-24 tahun (17,37%) tetap jadi kelompok paling tertekan.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Isi repo: analysis.ipynb, data/compiled + SOURCES.md, sql/queries.sql (semua angka diverifikasi ulang lewat SQL), scripts, charts, findings.json.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Plus kit dashboard Power BI: star schema anti-jebakan (fact_tpt_nasional dan fact_tpt_segmen terpisah agar measure tidak terkontaminasi), measure DAX, layout dashboard, dan panduan rakit 20-30 menit — lihat powerbi/measures_dax_CATATAN_LEVEL.md dulu.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Keterbatasan: angka Mei 2026 hanya untuk 17 provinsi; dataset ini kompilasi angka publikasi resmi, bukan mikrodataset Sakernas. Terima kasih.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